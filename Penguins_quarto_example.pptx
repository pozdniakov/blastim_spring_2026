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Penguins_quarto_2026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document. To learn more about Quarto see </a:t>
            </a:r>
            <a:r>
              <a:rPr>
                <a:hlinkClick r:id="rId2"/>
              </a:rPr>
              <a:t>https://quarto.org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</a:t>
            </a:r>
            <a:r>
              <a:rPr b="1" i="1"/>
              <a:t>will</a:t>
            </a:r>
            <a:r>
              <a:rPr/>
              <a:t>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 marL="0">
              <a:buNone/>
            </a:pPr>
            <a:r>
              <a:rPr/>
              <a:t>You can add options to executable code like this</a:t>
            </a:r>
          </a:p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echo: false</a:t>
            </a:r>
            <a:r>
              <a:rPr/>
              <a:t> option disables the printing of code (only output is displayed).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Penguins_quarto_2026</dc:title>
  <dc:creator/>
  <cp:keywords/>
  <dcterms:created xsi:type="dcterms:W3CDTF">2026-05-02T08:39:12Z</dcterms:created>
  <dcterms:modified xsi:type="dcterms:W3CDTF">2026-05-02T08:39:12Z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itor">
    <vt:lpwstr>visual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toc-title">
    <vt:lpwstr>Table of contents</vt:lpwstr>
  </property>
</Properties>
</file>